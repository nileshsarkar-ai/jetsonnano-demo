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dfc03b4fb44ef1" /><Relationship Type="http://schemas.openxmlformats.org/officeDocument/2006/relationships/extended-properties" Target="/docProps/app.xml" Id="Re62966a366914e86" /><Relationship Type="http://schemas.openxmlformats.org/officeDocument/2006/relationships/officeDocument" Target="/ppt/presentation.xml" Id="R0ce6d8fb3c654c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51fd97218945cb"/>
  </p:sldMasterIdLst>
  <p:notesMasterIdLst>
    <p:notesMasterId xmlns:r="http://schemas.openxmlformats.org/officeDocument/2006/relationships" r:id="Rb6504080706f4424"/>
  </p:notesMasterIdLst>
  <p:sldIdLst>
    <p:sldId xmlns:r="http://schemas.openxmlformats.org/officeDocument/2006/relationships" id="256" r:id="Rff13e2302f924329"/>
    <p:sldId xmlns:r="http://schemas.openxmlformats.org/officeDocument/2006/relationships" id="257" r:id="R16597203d05a46e1"/>
    <p:sldId xmlns:r="http://schemas.openxmlformats.org/officeDocument/2006/relationships" id="258" r:id="R125cfc08b68544ce"/>
    <p:sldId xmlns:r="http://schemas.openxmlformats.org/officeDocument/2006/relationships" id="259" r:id="R054fcbc363294d2e"/>
    <p:sldId xmlns:r="http://schemas.openxmlformats.org/officeDocument/2006/relationships" id="260" r:id="R910bf0c1635140a9"/>
    <p:sldId xmlns:r="http://schemas.openxmlformats.org/officeDocument/2006/relationships" id="261" r:id="Rcd04c2b5b6b84767"/>
    <p:sldId xmlns:r="http://schemas.openxmlformats.org/officeDocument/2006/relationships" id="262" r:id="R9be3b26dd6e54694"/>
    <p:sldId xmlns:r="http://schemas.openxmlformats.org/officeDocument/2006/relationships" id="263" r:id="R55eb15488beb4b05"/>
    <p:sldId xmlns:r="http://schemas.openxmlformats.org/officeDocument/2006/relationships" id="264" r:id="R7ba55a05dec6485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e4f0465cdc4f0d" /><Relationship Type="http://schemas.openxmlformats.org/officeDocument/2006/relationships/slideMaster" Target="/ppt/slideMasters/slideMaster1.xml" Id="R1251fd97218945cb" /><Relationship Type="http://schemas.openxmlformats.org/officeDocument/2006/relationships/notesMaster" Target="/ppt/notesMasters/notesMaster1.xml" Id="Rb6504080706f4424" /><Relationship Type="http://schemas.openxmlformats.org/officeDocument/2006/relationships/presProps" Target="/ppt/presProps.xml" Id="R5da63f3541474f6e" /><Relationship Type="http://schemas.openxmlformats.org/officeDocument/2006/relationships/tableStyles" Target="/ppt/tableStyles.xml" Id="Re0cb6f4cfd204b22" /><Relationship Type="http://schemas.openxmlformats.org/officeDocument/2006/relationships/slide" Target="/ppt/slides/slide1.xml" Id="Rff13e2302f924329" /><Relationship Type="http://schemas.openxmlformats.org/officeDocument/2006/relationships/slide" Target="/ppt/slides/slide2.xml" Id="R16597203d05a46e1" /><Relationship Type="http://schemas.openxmlformats.org/officeDocument/2006/relationships/slide" Target="/ppt/slides/slide3.xml" Id="R125cfc08b68544ce" /><Relationship Type="http://schemas.openxmlformats.org/officeDocument/2006/relationships/slide" Target="/ppt/slides/slide4.xml" Id="R054fcbc363294d2e" /><Relationship Type="http://schemas.openxmlformats.org/officeDocument/2006/relationships/slide" Target="/ppt/slides/slide5.xml" Id="R910bf0c1635140a9" /><Relationship Type="http://schemas.openxmlformats.org/officeDocument/2006/relationships/slide" Target="/ppt/slides/slide6.xml" Id="Rcd04c2b5b6b84767" /><Relationship Type="http://schemas.openxmlformats.org/officeDocument/2006/relationships/slide" Target="/ppt/slides/slide7.xml" Id="R9be3b26dd6e54694" /><Relationship Type="http://schemas.openxmlformats.org/officeDocument/2006/relationships/slide" Target="/ppt/slides/slide8.xml" Id="R55eb15488beb4b05" /><Relationship Type="http://schemas.openxmlformats.org/officeDocument/2006/relationships/slide" Target="/ppt/slides/slide9.xml" Id="R7ba55a05dec648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acc506e2ec48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aac8308cf0487f" /><Relationship Type="http://schemas.openxmlformats.org/officeDocument/2006/relationships/notesMaster" Target="/ppt/notesMasters/notesMaster1.xml" Id="Rd669ffa10a4541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0c9f9ee4694af1" /><Relationship Type="http://schemas.openxmlformats.org/officeDocument/2006/relationships/notesMaster" Target="/ppt/notesMasters/notesMaster1.xml" Id="Rde8889ba4d1748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526b5ef1d049f4" /><Relationship Type="http://schemas.openxmlformats.org/officeDocument/2006/relationships/notesMaster" Target="/ppt/notesMasters/notesMaster1.xml" Id="R023bdc0b86094d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9025b79fdf4857" /><Relationship Type="http://schemas.openxmlformats.org/officeDocument/2006/relationships/notesMaster" Target="/ppt/notesMasters/notesMaster1.xml" Id="R675737e265d240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2d42cff33f4412" /><Relationship Type="http://schemas.openxmlformats.org/officeDocument/2006/relationships/notesMaster" Target="/ppt/notesMasters/notesMaster1.xml" Id="R53a6db1338bc40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fd4e5e7b5c4e70" /><Relationship Type="http://schemas.openxmlformats.org/officeDocument/2006/relationships/notesMaster" Target="/ppt/notesMasters/notesMaster1.xml" Id="Rb179f330d5674f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62c203305e4aec" /><Relationship Type="http://schemas.openxmlformats.org/officeDocument/2006/relationships/notesMaster" Target="/ppt/notesMasters/notesMaster1.xml" Id="R1d3276a856cc43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61eaac581843ab" /><Relationship Type="http://schemas.openxmlformats.org/officeDocument/2006/relationships/notesMaster" Target="/ppt/notesMasters/notesMaster1.xml" Id="R617e524c7bfa45c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a538b7ceb84214" /><Relationship Type="http://schemas.openxmlformats.org/officeDocument/2006/relationships/notesMaster" Target="/ppt/notesMasters/notesMaster1.xml" Id="Rf1d2e2cdadbd46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source: https://github.com/nileshsarkar-ai/JetsonNano-Demo</a:t>
            </a:r>
          </a:p>
          <a:p xmlns:a="http://schemas.openxmlformats.org/drawingml/2006/main">
            <a:r>
              <a:t>Current named routes: scripts/demo_menu.py. Full scope: docs/EXPERIMENTS.md. Software prepared; physical Nano execution unverified. The original 72-topic catalogue is a historical ideas reference. This deck covers only implemented local menu entries, with optional camera.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source: https://github.com/nileshsarkar-ai/JetsonNano-Demo</a:t>
            </a:r>
          </a:p>
          <a:p xmlns:a="http://schemas.openxmlformats.org/drawingml/2006/main">
            <a:r>
              <a:t>Current named routes: scripts/demo_menu.py. Full scope: docs/EXPERIMENTS.md. Software prepared; physical Nano execution unverified. The original 72-topic catalogue is a historical ideas reference. This deck covers only implemented local menu entries, with optional camera.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source: https://github.com/nileshsarkar-ai/JetsonNano-Demo</a:t>
            </a:r>
          </a:p>
          <a:p xmlns:a="http://schemas.openxmlformats.org/drawingml/2006/main">
            <a:r>
              <a:t>Current named routes: scripts/demo_menu.py. Full scope: docs/EXPERIMENTS.md. Software prepared; physical Nano execution unverified. The original 72-topic catalogue is a historical ideas reference. This deck covers only implemented local menu entries, with optional camera.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source: https://github.com/nileshsarkar-ai/JetsonNano-Demo</a:t>
            </a:r>
          </a:p>
          <a:p xmlns:a="http://schemas.openxmlformats.org/drawingml/2006/main">
            <a:r>
              <a:t>Current named routes: scripts/demo_menu.py. Full scope: docs/EXPERIMENTS.md. Software prepared; physical Nano execution unverified. The original 72-topic catalogue is a historical ideas reference. This deck covers only implemented local menu entries, with optional camera.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source: https://github.com/nileshsarkar-ai/JetsonNano-Demo</a:t>
            </a:r>
          </a:p>
          <a:p xmlns:a="http://schemas.openxmlformats.org/drawingml/2006/main">
            <a:r>
              <a:t>Current named routes: scripts/demo_menu.py. Full scope: docs/EXPERIMENTS.md. Software prepared; physical Nano execution unverified. The original 72-topic catalogue is a historical ideas reference. This deck covers only implemented local menu entries, with optional camera.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source: https://github.com/nileshsarkar-ai/JetsonNano-Demo</a:t>
            </a:r>
          </a:p>
          <a:p xmlns:a="http://schemas.openxmlformats.org/drawingml/2006/main">
            <a:r>
              <a:t>Current named routes: scripts/demo_menu.py. Full scope: docs/EXPERIMENTS.md. Software prepared; physical Nano execution unverified. The original 72-topic catalogue is a historical ideas reference. This deck covers only implemented local menu entries, with optional camera.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source: https://github.com/nileshsarkar-ai/JetsonNano-Demo</a:t>
            </a:r>
          </a:p>
          <a:p xmlns:a="http://schemas.openxmlformats.org/drawingml/2006/main">
            <a:r>
              <a:t>Current named routes: scripts/demo_menu.py. Full scope: docs/EXPERIMENTS.md. Software prepared; physical Nano execution unverified. The original 72-topic catalogue is a historical ideas reference. This deck covers only implemented local menu entries, with optional camera.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source: https://github.com/nileshsarkar-ai/JetsonNano-Demo</a:t>
            </a:r>
          </a:p>
          <a:p xmlns:a="http://schemas.openxmlformats.org/drawingml/2006/main">
            <a:r>
              <a:t>Current named routes: scripts/demo_menu.py. Full scope: docs/EXPERIMENTS.md. Software prepared; physical Nano execution unverified. The original 72-topic catalogue is a historical ideas reference. This deck covers only implemented local menu entries, with optional camera.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source: https://github.com/nileshsarkar-ai/JetsonNano-Demo</a:t>
            </a:r>
          </a:p>
          <a:p xmlns:a="http://schemas.openxmlformats.org/drawingml/2006/main">
            <a:r>
              <a:t>Current named routes: scripts/demo_menu.py. Full scope: docs/EXPERIMENTS.md. Software prepared; physical Nano execution unverified. The original 72-topic catalogue is a historical ideas reference. This deck covers only implemented local menu entries, with optional camera.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c86be879bc4b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bef482829240f8" /><Relationship Type="http://schemas.openxmlformats.org/officeDocument/2006/relationships/slideLayout" Target="/ppt/slideLayouts/slideLayout1.xml" Id="Rd21861b6e26c48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1861b6e26c48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ea1e3a2e324917" /><Relationship Type="http://schemas.openxmlformats.org/officeDocument/2006/relationships/notesSlide" Target="/ppt/notesSlides/notesSlide1.xml" Id="R2a0a93108c8b4e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6e535752a4adf" /><Relationship Type="http://schemas.openxmlformats.org/officeDocument/2006/relationships/notesSlide" Target="/ppt/notesSlides/notesSlide2.xml" Id="Re9e8c6bc33244d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0a0f3739fc425a" /><Relationship Type="http://schemas.openxmlformats.org/officeDocument/2006/relationships/notesSlide" Target="/ppt/notesSlides/notesSlide3.xml" Id="Rf7170976b18d49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b7724173e3455a" /><Relationship Type="http://schemas.openxmlformats.org/officeDocument/2006/relationships/notesSlide" Target="/ppt/notesSlides/notesSlide4.xml" Id="R4ed350fd51af44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c5c9346e84511" /><Relationship Type="http://schemas.openxmlformats.org/officeDocument/2006/relationships/notesSlide" Target="/ppt/notesSlides/notesSlide5.xml" Id="R51b7caa8dff648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1d605d5414bfd" /><Relationship Type="http://schemas.openxmlformats.org/officeDocument/2006/relationships/notesSlide" Target="/ppt/notesSlides/notesSlide6.xml" Id="Rd62f0f9bbb8b4d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3b2cdecc843f7" /><Relationship Type="http://schemas.openxmlformats.org/officeDocument/2006/relationships/notesSlide" Target="/ppt/notesSlides/notesSlide7.xml" Id="Rfb7ab124c86b45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3c4cfd118421d" /><Relationship Type="http://schemas.openxmlformats.org/officeDocument/2006/relationships/notesSlide" Target="/ppt/notesSlides/notesSlide8.xml" Id="Rde6c506b319447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a7af1681544623" /><Relationship Type="http://schemas.openxmlformats.org/officeDocument/2006/relationships/notesSlide" Target="/ppt/notesSlides/notesSlide9.xml" Id="Rb83b914ef65e45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18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1750CB-5785-41A3-84CF-54F87731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2F7FB"/>
                </a:solidFill>
                <a:latin typeface="Arial"/>
                <a:ea typeface="Arial"/>
                <a:cs typeface="Arial"/>
              </a:rPr>
              <a:t>Local AI on Jetson Nano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09039-A895-4A24-B8D8-0D6993DE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6DAC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6DAC7"/>
                </a:solidFill>
                <a:latin typeface="Arial"/>
                <a:ea typeface="Arial"/>
                <a:cs typeface="Arial"/>
              </a:rPr>
              <a:t>25 named experiments for a classroom</a:t>
            </a:r>
          </a:p>
          <a:p xmlns:a="http://schemas.openxmlformats.org/drawingml/2006/main">
            <a:pPr>
              <a:defRPr sz="2100" b="0">
                <a:solidFill>
                  <a:srgbClr val="76DAC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6DAC7"/>
                </a:solidFill>
                <a:latin typeface="Arial"/>
                <a:ea typeface="Arial"/>
                <a:cs typeface="Arial"/>
              </a:rPr>
              <a:t>Original Nano 4GB, JetPack 4, Python 3.6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48F7A-4512-4D6F-8F91-EA5AC414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Language models, evidence and memory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89CA0C-88EF-4F1B-9DBC-3F7591CF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Interactive camera projects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82BD6B-B539-43FE-8F30-31ED472C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One Bash launcher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4FB2E-C9DC-4546-AF3A-C707FEE4B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6C6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6C6D5"/>
                </a:solidFill>
                <a:latin typeface="Arial"/>
                <a:ea typeface="Arial"/>
                <a:cs typeface="Arial"/>
              </a:rPr>
              <a:t>Nano and optional camera only. No external GPU, training, microphone or speaker.</a:t>
            </a:r>
          </a:p>
        </p:txBody>
      </p:sp>
    </p:spTree>
    <p:extLst>
      <p:ext uri="{BB962C8B-B14F-4D97-AF65-F5344CB8AC3E}">
        <p14:creationId xmlns:p14="http://schemas.microsoft.com/office/powerpoint/2010/main" val="9067233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C18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DAAF39-5269-4439-9F35-BB3AD6F0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2F7FB"/>
                </a:solidFill>
                <a:latin typeface="Arial"/>
                <a:ea typeface="Arial"/>
                <a:cs typeface="Arial"/>
              </a:rPr>
              <a:t>One command, named experiments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BF45B2-60F2-4230-8357-0A675DCA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6DAC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6DAC7"/>
                </a:solidFill>
                <a:latin typeface="Arial"/>
                <a:ea typeface="Arial"/>
                <a:cs typeface="Arial"/>
              </a:rPr>
              <a:t>Run these commands in a terminal on the Nano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D78A72-4CC6-4149-A880-31BBE4CD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git clone https://github.com/nileshsarkar-ai/JetsonNano-Demo.git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E6A5AA-67F9-47F1-8C05-69EE70E0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cd JetsonNano-Demo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E78F68-00E6-420B-9FE9-C4E9C492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bash scripts/run_demo.sh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EF60A-AEB6-46FB-AA5D-AB69D57B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Setup: 1 prepares dependencies; 2 checks board resources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9F068-CDAC-401A-82B8-18CE4D48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6C6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6C6D5"/>
                </a:solidFill>
                <a:latin typeface="Arial"/>
                <a:ea typeface="Arial"/>
                <a:cs typeface="Arial"/>
              </a:rPr>
              <a:t>Preparation needs Internet. Prepared inference is local. Select a numbered experiment after setup.</a:t>
            </a:r>
          </a:p>
        </p:txBody>
      </p:sp>
    </p:spTree>
    <p:extLst>
      <p:ext uri="{BB962C8B-B14F-4D97-AF65-F5344CB8AC3E}">
        <p14:creationId xmlns:p14="http://schemas.microsoft.com/office/powerpoint/2010/main" val="20320500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C18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BC969A-60B9-4D7B-9337-E5BAD19D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2F7FB"/>
                </a:solidFill>
                <a:latin typeface="Arial"/>
                <a:ea typeface="Arial"/>
                <a:cs typeface="Arial"/>
              </a:rPr>
              <a:t>Assistants with inspectable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9F3CF7-B64C-4607-8B7A-82E7D581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6DAC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6DAC7"/>
                </a:solidFill>
                <a:latin typeface="Arial"/>
                <a:ea typeface="Arial"/>
                <a:cs typeface="Arial"/>
              </a:rPr>
              <a:t>Students can inspect the information behind the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1C8EBC-5170-4687-B3F6-4F7B094B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15: Mission Control: Tool-Planning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84334D-D40C-4DDE-8FCE-E3D0F614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16: Document Detective: Answers with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31F3D1-913A-4F7E-A15C-5FAF6F06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9: Persistent Memory Assistant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BB118E-F399-4CF4-A858-8EF4E77E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8: Class Notes Retrieval and Grounded Answers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0C397F-8E62-4FC1-9050-9E46DD9C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3: Offline Conversation Assistant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2BC163-79B7-4215-8191-CE83014D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6C6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6C6D5"/>
                </a:solidFill>
                <a:latin typeface="Arial"/>
                <a:ea typeface="Arial"/>
                <a:cs typeface="Arial"/>
              </a:rPr>
              <a:t>Tools are read-only and validated. Memory stores explicit local facts. Retrieval uses lexical BM25.</a:t>
            </a:r>
          </a:p>
        </p:txBody>
      </p:sp>
    </p:spTree>
    <p:extLst>
      <p:ext uri="{BB962C8B-B14F-4D97-AF65-F5344CB8AC3E}">
        <p14:creationId xmlns:p14="http://schemas.microsoft.com/office/powerpoint/2010/main" val="18642020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C18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12DDDD-0EA3-453A-8260-4D689F36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2F7FB"/>
                </a:solidFill>
                <a:latin typeface="Arial"/>
                <a:ea typeface="Arial"/>
                <a:cs typeface="Arial"/>
              </a:rPr>
              <a:t>Language under the microscope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F6BEE-EE02-4A1A-83FB-EE0C8FD1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6DAC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6DAC7"/>
                </a:solidFill>
                <a:latin typeface="Arial"/>
                <a:ea typeface="Arial"/>
                <a:cs typeface="Arial"/>
              </a:rPr>
              <a:t>Change one input and compare the actual model outputs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B7130-F831-4360-8CEE-7F781CF5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4: Ask the Local Language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AEF59-93E7-425C-8DC3-9D5313DC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5: Tokenization Microscope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9822B-5DF4-456E-B917-6282EB94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6: Structured Information Extraction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5D428-236E-4CF4-A8C8-B389D1E1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14: Sampling Playground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7A2D7-406A-4CEC-AE57-B1A8F291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22: Prompt Design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7B350D-DA16-4341-840C-65E289C1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23: Few-Shot Pattern Learner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C35D0-086E-48FD-91C2-3FED3511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6C6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6C6D5"/>
                </a:solidFill>
                <a:latin typeface="Arial"/>
                <a:ea typeface="Arial"/>
                <a:cs typeface="Arial"/>
              </a:rPr>
              <a:t>Small models make mistakes. Outputs demonstrate behavior; they are not evidence of general accuracy.</a:t>
            </a:r>
          </a:p>
        </p:txBody>
      </p:sp>
    </p:spTree>
    <p:extLst>
      <p:ext uri="{BB962C8B-B14F-4D97-AF65-F5344CB8AC3E}">
        <p14:creationId xmlns:p14="http://schemas.microsoft.com/office/powerpoint/2010/main" val="11904147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C18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4A4233-4D52-43B2-BA1B-CB31428C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2F7FB"/>
                </a:solidFill>
                <a:latin typeface="Arial"/>
                <a:ea typeface="Arial"/>
                <a:cs typeface="Arial"/>
              </a:rPr>
              <a:t>Creativity and useful text tasks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623512-D5A8-4DBE-832C-80E827C3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6DAC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6DAC7"/>
                </a:solidFill>
                <a:latin typeface="Arial"/>
                <a:ea typeface="Arial"/>
                <a:cs typeface="Arial"/>
              </a:rPr>
              <a:t>The audience controls the input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6A9FB-9E84-44B1-A952-EC4F9166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17: Story Director: Audience-Controlled Fiction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DC253E-B7F5-4401-B9EE-B595B2BE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10: TinyStories Generator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28C2E-ED96-4D4D-B53C-C4B27F24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24: Message Triage Desk: Validated JSON Routing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79C02-BA7E-41CB-9F38-76D72ACD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25: Summary Fact Checker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D8C19C-A22B-432A-900A-71FE3A61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7: Calculator Tool Assistant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B3200C-7D8C-4D13-82D7-C5316885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6C6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6C6D5"/>
                </a:solidFill>
                <a:latin typeface="Arial"/>
                <a:ea typeface="Arial"/>
                <a:cs typeface="Arial"/>
              </a:rPr>
              <a:t>The summary critique is another model response, not a factual guarantee. Triage sends no messages.</a:t>
            </a:r>
          </a:p>
        </p:txBody>
      </p:sp>
    </p:spTree>
    <p:extLst>
      <p:ext uri="{BB962C8B-B14F-4D97-AF65-F5344CB8AC3E}">
        <p14:creationId xmlns:p14="http://schemas.microsoft.com/office/powerpoint/2010/main" val="6200379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18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AB3BB-04D9-4959-B178-9DA889BE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2F7FB"/>
                </a:solidFill>
                <a:latin typeface="Arial"/>
                <a:ea typeface="Arial"/>
                <a:cs typeface="Arial"/>
              </a:rPr>
              <a:t>Memory, uncertainty and trust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EBAB5C-BCCE-4697-B588-A2050CCA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6DAC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6DAC7"/>
                </a:solidFill>
                <a:latin typeface="Arial"/>
                <a:ea typeface="Arial"/>
                <a:cs typeface="Arial"/>
              </a:rPr>
              <a:t>A wrong answer can become the most useful teaching moment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566B6-ED9E-4220-A825-9902C092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26: Prompt Injection Defense 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2E9AE4-1A58-468C-8F03-74BBC770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27: Answer or Abstain: Hallucination Challenge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C1B98-F08B-44F9-8127-F4C05A99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28: Context Memory Challenge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F6694-05B0-4C61-BF91-8B59241C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Compare unprotected and separated instructions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58E72E-2FF7-4A49-B575-1DCD4A80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Check recalled facts and missing-evidence responses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76A0DD-B757-41D2-AA90-4A882695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6C6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6C6D5"/>
                </a:solidFill>
                <a:latin typeface="Arial"/>
                <a:ea typeface="Arial"/>
                <a:cs typeface="Arial"/>
              </a:rPr>
              <a:t>Prompt separation is a demonstration, not a security guarantee. Reference facts are visible.</a:t>
            </a:r>
          </a:p>
        </p:txBody>
      </p:sp>
    </p:spTree>
    <p:extLst>
      <p:ext uri="{BB962C8B-B14F-4D97-AF65-F5344CB8AC3E}">
        <p14:creationId xmlns:p14="http://schemas.microsoft.com/office/powerpoint/2010/main" val="6339513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C18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6F85FE-B50E-4C85-94A9-2D5119EB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2F7FB"/>
                </a:solidFill>
                <a:latin typeface="Arial"/>
                <a:ea typeface="Arial"/>
                <a:cs typeface="Arial"/>
              </a:rPr>
              <a:t>Camera projects beyond detection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C83477-A56A-4D2A-8820-8C9DA1DA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6DAC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6DAC7"/>
                </a:solidFill>
                <a:latin typeface="Arial"/>
                <a:ea typeface="Arial"/>
                <a:cs typeface="Arial"/>
              </a:rPr>
              <a:t>Keep the camera fixed; move ordinary objects in the scene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CE41C8-237C-410D-AAE8-48A014A3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18: Scene Memory Detective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DB879-959E-43A2-963D-6054A8A1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19: AI Visual Scavenger Hunt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E45FEF-E62E-41FB-A098-668A77CD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20: Camera Change Journal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C0CAD5-305C-458C-9EE1-E42C18EB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13: Camera Perception Lab and Installation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0A776-CE14-40FD-9C69-38C3D7E3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Perception modes: detection, classification, pose, segmentation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41FB87-F35F-45C3-B84F-7954BF54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6C6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6C6D5"/>
                </a:solidFill>
                <a:latin typeface="Arial"/>
                <a:ea typeface="Arial"/>
                <a:cs typeface="Arial"/>
              </a:rPr>
              <a:t>Vision exits before the language model starts. These projects use detections, not a vision-language model.</a:t>
            </a:r>
          </a:p>
        </p:txBody>
      </p:sp>
    </p:spTree>
    <p:extLst>
      <p:ext uri="{BB962C8B-B14F-4D97-AF65-F5344CB8AC3E}">
        <p14:creationId xmlns:p14="http://schemas.microsoft.com/office/powerpoint/2010/main" val="1228551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C18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D10F2C-C110-4DB5-9FC7-9DD94C58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2F7FB"/>
                </a:solidFill>
                <a:latin typeface="Arial"/>
                <a:ea typeface="Arial"/>
                <a:cs typeface="Arial"/>
              </a:rPr>
              <a:t>Performance and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2CBB8E-95A5-48F2-9AC0-5285039E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6DAC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6DAC7"/>
                </a:solidFill>
                <a:latin typeface="Arial"/>
                <a:ea typeface="Arial"/>
                <a:cs typeface="Arial"/>
              </a:rPr>
              <a:t>Measure the actual workload on the actual 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1051F9-BE51-4B57-86FE-03F045DE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11: Language Model Performance Benchmark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C767B-6371-40EB-8F3E-CD4F1C22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12: Reproducible Prompt Evaluation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FC07AD-BE2C-48A4-8590-24A0425A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Use your own JSONL questions and reference answers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742CA7-22E3-4CF5-8108-D01ED7B0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Inspect model output, latency and saved logs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9AF718-1572-4A85-8BF7-F4D76980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6C6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6C6D5"/>
                </a:solidFill>
                <a:latin typeface="Arial"/>
                <a:ea typeface="Arial"/>
                <a:cs typeface="Arial"/>
              </a:rPr>
              <a:t>No Nano performance or accuracy results are claimed. Software tests use mocks and dummy processes.</a:t>
            </a:r>
          </a:p>
        </p:txBody>
      </p:sp>
    </p:spTree>
    <p:extLst>
      <p:ext uri="{BB962C8B-B14F-4D97-AF65-F5344CB8AC3E}">
        <p14:creationId xmlns:p14="http://schemas.microsoft.com/office/powerpoint/2010/main" val="11172653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C18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080B6B-798C-4A45-A7C7-1D81DCC5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2F7FB"/>
                </a:solidFill>
                <a:latin typeface="Arial"/>
                <a:ea typeface="Arial"/>
                <a:cs typeface="Arial"/>
              </a:rPr>
              <a:t>Presentation flow and recovery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E0E5D-B407-4E00-AA8B-C4EE66C9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6DAC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6DAC7"/>
                </a:solidFill>
                <a:latin typeface="Arial"/>
                <a:ea typeface="Arial"/>
                <a:cs typeface="Arial"/>
              </a:rPr>
              <a:t>Prepare and rehearse before the audience arrives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D2F8A8-A5EC-4831-807D-58EB1310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Start with 15 Mission Control or 17 Story Director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9AED8-9F11-48C6-83CF-6C976A08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Try 18 Scene Memory with the camera prepared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7DE707-83C8-4817-8640-4D5E2534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Choose any named experiment directly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4C9A4E-02BC-43BA-8CE4-06938101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Ctrl+C returns from a supervised demo; 0 exits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11C368-E7B9-4BC7-AB81-D0AB4343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81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2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2F7FB"/>
                </a:solidFill>
                <a:latin typeface="Arial"/>
                <a:ea typeface="Arial"/>
                <a:cs typeface="Arial"/>
              </a:rPr>
              <a:t>Experiment 21: runs the optional prepared sequence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34FDF0-654D-4A56-A288-5E6F6856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6C6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6C6D5"/>
                </a:solidFill>
                <a:latin typeface="Arial"/>
                <a:ea typeface="Arial"/>
                <a:cs typeface="Arial"/>
              </a:rPr>
              <a:t>RAM, disk, heat and timeout checks reduce risk. Physical-board rehearsal remains required.</a:t>
            </a:r>
          </a:p>
        </p:txBody>
      </p:sp>
    </p:spTree>
    <p:extLst>
      <p:ext uri="{BB962C8B-B14F-4D97-AF65-F5344CB8AC3E}">
        <p14:creationId xmlns:p14="http://schemas.microsoft.com/office/powerpoint/2010/main" val="5444420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2026-09-23T15:20:30.3850000Z</dcterms:created>
  <dcterms:modified xsi:type="dcterms:W3CDTF">2026-09-23T15:20:30.3850000Z</dcterms:modified>
</coreProperties>
</file>